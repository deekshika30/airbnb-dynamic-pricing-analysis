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64D494-060C-484C-A21D-58E42CC0F2F7}" v="13" dt="2026-06-24T06:16:38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deekshika" userId="0833f807f98fcdbf" providerId="LiveId" clId="{D6532DE0-0E5D-46B5-A47A-802DA700FC14}"/>
    <pc:docChg chg="undo custSel addSld modSld modMainMaster">
      <pc:chgData name="Naga deekshika" userId="0833f807f98fcdbf" providerId="LiveId" clId="{D6532DE0-0E5D-46B5-A47A-802DA700FC14}" dt="2026-06-24T06:17:26.782" v="338" actId="1076"/>
      <pc:docMkLst>
        <pc:docMk/>
      </pc:docMkLst>
      <pc:sldChg chg="modTransition">
        <pc:chgData name="Naga deekshika" userId="0833f807f98fcdbf" providerId="LiveId" clId="{D6532DE0-0E5D-46B5-A47A-802DA700FC14}" dt="2026-06-24T06:16:38.415" v="335"/>
        <pc:sldMkLst>
          <pc:docMk/>
          <pc:sldMk cId="2156557644" sldId="256"/>
        </pc:sldMkLst>
      </pc:sldChg>
      <pc:sldChg chg="addSp modSp new mod modTransition">
        <pc:chgData name="Naga deekshika" userId="0833f807f98fcdbf" providerId="LiveId" clId="{D6532DE0-0E5D-46B5-A47A-802DA700FC14}" dt="2026-06-24T06:16:38.415" v="335"/>
        <pc:sldMkLst>
          <pc:docMk/>
          <pc:sldMk cId="2262654219" sldId="257"/>
        </pc:sldMkLst>
        <pc:spChg chg="add mod">
          <ac:chgData name="Naga deekshika" userId="0833f807f98fcdbf" providerId="LiveId" clId="{D6532DE0-0E5D-46B5-A47A-802DA700FC14}" dt="2026-06-24T05:42:46.666" v="15" actId="2710"/>
          <ac:spMkLst>
            <pc:docMk/>
            <pc:sldMk cId="2262654219" sldId="257"/>
            <ac:spMk id="3" creationId="{9794C3DF-D252-04C1-8EB8-44067CA5367D}"/>
          </ac:spMkLst>
        </pc:spChg>
      </pc:sldChg>
      <pc:sldChg chg="addSp modSp new mod modTransition">
        <pc:chgData name="Naga deekshika" userId="0833f807f98fcdbf" providerId="LiveId" clId="{D6532DE0-0E5D-46B5-A47A-802DA700FC14}" dt="2026-06-24T06:16:38.415" v="335"/>
        <pc:sldMkLst>
          <pc:docMk/>
          <pc:sldMk cId="1814065752" sldId="258"/>
        </pc:sldMkLst>
        <pc:spChg chg="add mod">
          <ac:chgData name="Naga deekshika" userId="0833f807f98fcdbf" providerId="LiveId" clId="{D6532DE0-0E5D-46B5-A47A-802DA700FC14}" dt="2026-06-24T05:47:53.637" v="36" actId="20577"/>
          <ac:spMkLst>
            <pc:docMk/>
            <pc:sldMk cId="1814065752" sldId="258"/>
            <ac:spMk id="3" creationId="{D501E410-42B9-8DAC-7B3E-B6D99EEAFA9F}"/>
          </ac:spMkLst>
        </pc:spChg>
      </pc:sldChg>
      <pc:sldChg chg="addSp modSp new mod modTransition">
        <pc:chgData name="Naga deekshika" userId="0833f807f98fcdbf" providerId="LiveId" clId="{D6532DE0-0E5D-46B5-A47A-802DA700FC14}" dt="2026-06-24T06:16:38.415" v="335"/>
        <pc:sldMkLst>
          <pc:docMk/>
          <pc:sldMk cId="1628920707" sldId="259"/>
        </pc:sldMkLst>
        <pc:spChg chg="add mod">
          <ac:chgData name="Naga deekshika" userId="0833f807f98fcdbf" providerId="LiveId" clId="{D6532DE0-0E5D-46B5-A47A-802DA700FC14}" dt="2026-06-24T05:52:40.588" v="54" actId="1076"/>
          <ac:spMkLst>
            <pc:docMk/>
            <pc:sldMk cId="1628920707" sldId="259"/>
            <ac:spMk id="3" creationId="{73D17D04-B910-5651-463A-554107061CA0}"/>
          </ac:spMkLst>
        </pc:spChg>
      </pc:sldChg>
      <pc:sldChg chg="addSp modSp new mod modTransition">
        <pc:chgData name="Naga deekshika" userId="0833f807f98fcdbf" providerId="LiveId" clId="{D6532DE0-0E5D-46B5-A47A-802DA700FC14}" dt="2026-06-24T06:16:38.415" v="335"/>
        <pc:sldMkLst>
          <pc:docMk/>
          <pc:sldMk cId="250627766" sldId="260"/>
        </pc:sldMkLst>
        <pc:spChg chg="add mod">
          <ac:chgData name="Naga deekshika" userId="0833f807f98fcdbf" providerId="LiveId" clId="{D6532DE0-0E5D-46B5-A47A-802DA700FC14}" dt="2026-06-24T05:57:15.791" v="102" actId="113"/>
          <ac:spMkLst>
            <pc:docMk/>
            <pc:sldMk cId="250627766" sldId="260"/>
            <ac:spMk id="3" creationId="{72DD9439-7867-193B-971C-0C010471FA28}"/>
          </ac:spMkLst>
        </pc:spChg>
      </pc:sldChg>
      <pc:sldChg chg="addSp modSp new mod modTransition">
        <pc:chgData name="Naga deekshika" userId="0833f807f98fcdbf" providerId="LiveId" clId="{D6532DE0-0E5D-46B5-A47A-802DA700FC14}" dt="2026-06-24T06:17:26.782" v="338" actId="1076"/>
        <pc:sldMkLst>
          <pc:docMk/>
          <pc:sldMk cId="1088242512" sldId="261"/>
        </pc:sldMkLst>
        <pc:spChg chg="add mod">
          <ac:chgData name="Naga deekshika" userId="0833f807f98fcdbf" providerId="LiveId" clId="{D6532DE0-0E5D-46B5-A47A-802DA700FC14}" dt="2026-06-24T06:17:26.782" v="338" actId="1076"/>
          <ac:spMkLst>
            <pc:docMk/>
            <pc:sldMk cId="1088242512" sldId="261"/>
            <ac:spMk id="3" creationId="{AC3C00DF-6652-B5A7-E4C6-EC24291722F6}"/>
          </ac:spMkLst>
        </pc:spChg>
      </pc:sldChg>
      <pc:sldChg chg="addSp delSp modSp new mod modTransition setBg setClrOvrMap">
        <pc:chgData name="Naga deekshika" userId="0833f807f98fcdbf" providerId="LiveId" clId="{D6532DE0-0E5D-46B5-A47A-802DA700FC14}" dt="2026-06-24T06:16:38.415" v="335"/>
        <pc:sldMkLst>
          <pc:docMk/>
          <pc:sldMk cId="1506299874" sldId="262"/>
        </pc:sldMkLst>
        <pc:spChg chg="add mod ord">
          <ac:chgData name="Naga deekshika" userId="0833f807f98fcdbf" providerId="LiveId" clId="{D6532DE0-0E5D-46B5-A47A-802DA700FC14}" dt="2026-06-24T06:05:35.944" v="214" actId="122"/>
          <ac:spMkLst>
            <pc:docMk/>
            <pc:sldMk cId="1506299874" sldId="262"/>
            <ac:spMk id="3" creationId="{895D7203-01D3-591B-3D13-036DC4552357}"/>
          </ac:spMkLst>
        </pc:spChg>
        <pc:spChg chg="add del">
          <ac:chgData name="Naga deekshika" userId="0833f807f98fcdbf" providerId="LiveId" clId="{D6532DE0-0E5D-46B5-A47A-802DA700FC14}" dt="2026-06-24T06:00:59.575" v="138" actId="26606"/>
          <ac:spMkLst>
            <pc:docMk/>
            <pc:sldMk cId="1506299874" sldId="262"/>
            <ac:spMk id="17" creationId="{E09CCB3F-DBCE-4964-9E34-8C5DE80EF4B5}"/>
          </ac:spMkLst>
        </pc:spChg>
        <pc:spChg chg="add del">
          <ac:chgData name="Naga deekshika" userId="0833f807f98fcdbf" providerId="LiveId" clId="{D6532DE0-0E5D-46B5-A47A-802DA700FC14}" dt="2026-06-24T06:00:59.575" v="138" actId="26606"/>
          <ac:spMkLst>
            <pc:docMk/>
            <pc:sldMk cId="1506299874" sldId="262"/>
            <ac:spMk id="19" creationId="{1DFF944F-74BA-483A-82C0-64E3AAF4AE98}"/>
          </ac:spMkLst>
        </pc:spChg>
        <pc:spChg chg="add del">
          <ac:chgData name="Naga deekshika" userId="0833f807f98fcdbf" providerId="LiveId" clId="{D6532DE0-0E5D-46B5-A47A-802DA700FC14}" dt="2026-06-24T06:01:03.123" v="140" actId="26606"/>
          <ac:spMkLst>
            <pc:docMk/>
            <pc:sldMk cId="1506299874" sldId="262"/>
            <ac:spMk id="29" creationId="{8F4E830A-06F9-4EAA-9E65-110CF2421798}"/>
          </ac:spMkLst>
        </pc:spChg>
        <pc:spChg chg="add del">
          <ac:chgData name="Naga deekshika" userId="0833f807f98fcdbf" providerId="LiveId" clId="{D6532DE0-0E5D-46B5-A47A-802DA700FC14}" dt="2026-06-24T06:01:16.758" v="142" actId="26606"/>
          <ac:spMkLst>
            <pc:docMk/>
            <pc:sldMk cId="1506299874" sldId="262"/>
            <ac:spMk id="32" creationId="{124D9F5B-C72B-41EE-97C2-D3600B62717D}"/>
          </ac:spMkLst>
        </pc:spChg>
        <pc:spChg chg="add">
          <ac:chgData name="Naga deekshika" userId="0833f807f98fcdbf" providerId="LiveId" clId="{D6532DE0-0E5D-46B5-A47A-802DA700FC14}" dt="2026-06-24T06:01:16.773" v="143" actId="26606"/>
          <ac:spMkLst>
            <pc:docMk/>
            <pc:sldMk cId="1506299874" sldId="262"/>
            <ac:spMk id="37" creationId="{E09CCB3F-DBCE-4964-9E34-8C5DE80EF4B5}"/>
          </ac:spMkLst>
        </pc:spChg>
        <pc:spChg chg="add">
          <ac:chgData name="Naga deekshika" userId="0833f807f98fcdbf" providerId="LiveId" clId="{D6532DE0-0E5D-46B5-A47A-802DA700FC14}" dt="2026-06-24T06:01:16.773" v="143" actId="26606"/>
          <ac:spMkLst>
            <pc:docMk/>
            <pc:sldMk cId="1506299874" sldId="262"/>
            <ac:spMk id="38" creationId="{1DFF944F-74BA-483A-82C0-64E3AAF4AE98}"/>
          </ac:spMkLst>
        </pc:spChg>
        <pc:grpChg chg="add del">
          <ac:chgData name="Naga deekshika" userId="0833f807f98fcdbf" providerId="LiveId" clId="{D6532DE0-0E5D-46B5-A47A-802DA700FC14}" dt="2026-06-24T06:00:59.575" v="138" actId="26606"/>
          <ac:grpSpMkLst>
            <pc:docMk/>
            <pc:sldMk cId="1506299874" sldId="262"/>
            <ac:grpSpMk id="10" creationId="{8F1EF17D-1B70-428C-8A8A-A2C5B390E1E9}"/>
          </ac:grpSpMkLst>
        </pc:grpChg>
        <pc:grpChg chg="add del">
          <ac:chgData name="Naga deekshika" userId="0833f807f98fcdbf" providerId="LiveId" clId="{D6532DE0-0E5D-46B5-A47A-802DA700FC14}" dt="2026-06-24T06:00:59.575" v="138" actId="26606"/>
          <ac:grpSpMkLst>
            <pc:docMk/>
            <pc:sldMk cId="1506299874" sldId="262"/>
            <ac:grpSpMk id="21" creationId="{A9733A91-F958-4629-801A-3F6F1E09AD64}"/>
          </ac:grpSpMkLst>
        </pc:grpChg>
        <pc:grpChg chg="add del">
          <ac:chgData name="Naga deekshika" userId="0833f807f98fcdbf" providerId="LiveId" clId="{D6532DE0-0E5D-46B5-A47A-802DA700FC14}" dt="2026-06-24T06:01:03.123" v="140" actId="26606"/>
          <ac:grpSpMkLst>
            <pc:docMk/>
            <pc:sldMk cId="1506299874" sldId="262"/>
            <ac:grpSpMk id="28" creationId="{8F1EF17D-1B70-428C-8A8A-A2C5B390E1E9}"/>
          </ac:grpSpMkLst>
        </pc:grpChg>
        <pc:grpChg chg="add del">
          <ac:chgData name="Naga deekshika" userId="0833f807f98fcdbf" providerId="LiveId" clId="{D6532DE0-0E5D-46B5-A47A-802DA700FC14}" dt="2026-06-24T06:01:16.758" v="142" actId="26606"/>
          <ac:grpSpMkLst>
            <pc:docMk/>
            <pc:sldMk cId="1506299874" sldId="262"/>
            <ac:grpSpMk id="31" creationId="{62CE031E-EE35-4AA7-9784-805093327786}"/>
          </ac:grpSpMkLst>
        </pc:grpChg>
        <pc:grpChg chg="add del">
          <ac:chgData name="Naga deekshika" userId="0833f807f98fcdbf" providerId="LiveId" clId="{D6532DE0-0E5D-46B5-A47A-802DA700FC14}" dt="2026-06-24T06:01:16.758" v="142" actId="26606"/>
          <ac:grpSpMkLst>
            <pc:docMk/>
            <pc:sldMk cId="1506299874" sldId="262"/>
            <ac:grpSpMk id="33" creationId="{0180A64C-1862-4B1B-8953-FA96DEE4C44F}"/>
          </ac:grpSpMkLst>
        </pc:grpChg>
        <pc:grpChg chg="add">
          <ac:chgData name="Naga deekshika" userId="0833f807f98fcdbf" providerId="LiveId" clId="{D6532DE0-0E5D-46B5-A47A-802DA700FC14}" dt="2026-06-24T06:01:16.773" v="143" actId="26606"/>
          <ac:grpSpMkLst>
            <pc:docMk/>
            <pc:sldMk cId="1506299874" sldId="262"/>
            <ac:grpSpMk id="36" creationId="{8F1EF17D-1B70-428C-8A8A-A2C5B390E1E9}"/>
          </ac:grpSpMkLst>
        </pc:grpChg>
        <pc:grpChg chg="add">
          <ac:chgData name="Naga deekshika" userId="0833f807f98fcdbf" providerId="LiveId" clId="{D6532DE0-0E5D-46B5-A47A-802DA700FC14}" dt="2026-06-24T06:01:16.773" v="143" actId="26606"/>
          <ac:grpSpMkLst>
            <pc:docMk/>
            <pc:sldMk cId="1506299874" sldId="262"/>
            <ac:grpSpMk id="39" creationId="{A9733A91-F958-4629-801A-3F6F1E09AD64}"/>
          </ac:grpSpMkLst>
        </pc:grpChg>
        <pc:picChg chg="add mod">
          <ac:chgData name="Naga deekshika" userId="0833f807f98fcdbf" providerId="LiveId" clId="{D6532DE0-0E5D-46B5-A47A-802DA700FC14}" dt="2026-06-24T06:01:16.773" v="143" actId="26606"/>
          <ac:picMkLst>
            <pc:docMk/>
            <pc:sldMk cId="1506299874" sldId="262"/>
            <ac:picMk id="5" creationId="{F2384EA5-5F85-01B1-9CCD-00732308AF42}"/>
          </ac:picMkLst>
        </pc:picChg>
      </pc:sldChg>
      <pc:sldChg chg="addSp delSp modSp new mod modTransition setBg setClrOvrMap">
        <pc:chgData name="Naga deekshika" userId="0833f807f98fcdbf" providerId="LiveId" clId="{D6532DE0-0E5D-46B5-A47A-802DA700FC14}" dt="2026-06-24T06:16:38.415" v="335"/>
        <pc:sldMkLst>
          <pc:docMk/>
          <pc:sldMk cId="4272953738" sldId="263"/>
        </pc:sldMkLst>
        <pc:spChg chg="add mod ord">
          <ac:chgData name="Naga deekshika" userId="0833f807f98fcdbf" providerId="LiveId" clId="{D6532DE0-0E5D-46B5-A47A-802DA700FC14}" dt="2026-06-24T06:11:10.559" v="305" actId="255"/>
          <ac:spMkLst>
            <pc:docMk/>
            <pc:sldMk cId="4272953738" sldId="263"/>
            <ac:spMk id="5" creationId="{1DBCF112-99A5-615D-3952-82D6CF4734AB}"/>
          </ac:spMkLst>
        </pc:spChg>
        <pc:spChg chg="add">
          <ac:chgData name="Naga deekshika" userId="0833f807f98fcdbf" providerId="LiveId" clId="{D6532DE0-0E5D-46B5-A47A-802DA700FC14}" dt="2026-06-24T06:04:41.059" v="206" actId="26606"/>
          <ac:spMkLst>
            <pc:docMk/>
            <pc:sldMk cId="4272953738" sldId="263"/>
            <ac:spMk id="19" creationId="{D6F819BF-BEC4-454B-82CF-C7F1926407F9}"/>
          </ac:spMkLst>
        </pc:spChg>
        <pc:spChg chg="add">
          <ac:chgData name="Naga deekshika" userId="0833f807f98fcdbf" providerId="LiveId" clId="{D6532DE0-0E5D-46B5-A47A-802DA700FC14}" dt="2026-06-24T06:04:41.059" v="206" actId="26606"/>
          <ac:spMkLst>
            <pc:docMk/>
            <pc:sldMk cId="4272953738" sldId="263"/>
            <ac:spMk id="21" creationId="{79D5C3D0-88DD-405B-A549-4B5C3712E181}"/>
          </ac:spMkLst>
        </pc:spChg>
        <pc:grpChg chg="add">
          <ac:chgData name="Naga deekshika" userId="0833f807f98fcdbf" providerId="LiveId" clId="{D6532DE0-0E5D-46B5-A47A-802DA700FC14}" dt="2026-06-24T06:04:41.059" v="206" actId="26606"/>
          <ac:grpSpMkLst>
            <pc:docMk/>
            <pc:sldMk cId="4272953738" sldId="263"/>
            <ac:grpSpMk id="12" creationId="{62CE031E-EE35-4AA7-9784-805093327786}"/>
          </ac:grpSpMkLst>
        </pc:grpChg>
        <pc:grpChg chg="add">
          <ac:chgData name="Naga deekshika" userId="0833f807f98fcdbf" providerId="LiveId" clId="{D6532DE0-0E5D-46B5-A47A-802DA700FC14}" dt="2026-06-24T06:04:41.059" v="206" actId="26606"/>
          <ac:grpSpMkLst>
            <pc:docMk/>
            <pc:sldMk cId="4272953738" sldId="263"/>
            <ac:grpSpMk id="23" creationId="{B29E1950-A366-48B7-8DAB-726C0DE58072}"/>
          </ac:grpSpMkLst>
        </pc:grpChg>
        <pc:picChg chg="add del mod">
          <ac:chgData name="Naga deekshika" userId="0833f807f98fcdbf" providerId="LiveId" clId="{D6532DE0-0E5D-46B5-A47A-802DA700FC14}" dt="2026-06-24T06:04:14.498" v="202" actId="478"/>
          <ac:picMkLst>
            <pc:docMk/>
            <pc:sldMk cId="4272953738" sldId="263"/>
            <ac:picMk id="3" creationId="{ABB75679-DEA2-8D80-0C6B-03AB242CDAFD}"/>
          </ac:picMkLst>
        </pc:picChg>
        <pc:picChg chg="add mod">
          <ac:chgData name="Naga deekshika" userId="0833f807f98fcdbf" providerId="LiveId" clId="{D6532DE0-0E5D-46B5-A47A-802DA700FC14}" dt="2026-06-24T06:04:41.059" v="206" actId="26606"/>
          <ac:picMkLst>
            <pc:docMk/>
            <pc:sldMk cId="4272953738" sldId="263"/>
            <ac:picMk id="7" creationId="{6FB159B2-EC89-F01F-0593-2B3BD922C695}"/>
          </ac:picMkLst>
        </pc:picChg>
      </pc:sldChg>
      <pc:sldChg chg="addSp modSp new mod modTransition setBg setClrOvrMap">
        <pc:chgData name="Naga deekshika" userId="0833f807f98fcdbf" providerId="LiveId" clId="{D6532DE0-0E5D-46B5-A47A-802DA700FC14}" dt="2026-06-24T06:16:38.415" v="335"/>
        <pc:sldMkLst>
          <pc:docMk/>
          <pc:sldMk cId="1741835937" sldId="264"/>
        </pc:sldMkLst>
        <pc:spChg chg="add mod ord">
          <ac:chgData name="Naga deekshika" userId="0833f807f98fcdbf" providerId="LiveId" clId="{D6532DE0-0E5D-46B5-A47A-802DA700FC14}" dt="2026-06-24T06:11:47.068" v="309" actId="27636"/>
          <ac:spMkLst>
            <pc:docMk/>
            <pc:sldMk cId="1741835937" sldId="264"/>
            <ac:spMk id="3" creationId="{C25C8EAA-C42C-8813-FEB9-DDAC2409B41D}"/>
          </ac:spMkLst>
        </pc:spChg>
        <pc:spChg chg="add">
          <ac:chgData name="Naga deekshika" userId="0833f807f98fcdbf" providerId="LiveId" clId="{D6532DE0-0E5D-46B5-A47A-802DA700FC14}" dt="2026-06-24T06:09:17.126" v="258" actId="26606"/>
          <ac:spMkLst>
            <pc:docMk/>
            <pc:sldMk cId="1741835937" sldId="264"/>
            <ac:spMk id="17" creationId="{D6F819BF-BEC4-454B-82CF-C7F1926407F9}"/>
          </ac:spMkLst>
        </pc:spChg>
        <pc:spChg chg="add">
          <ac:chgData name="Naga deekshika" userId="0833f807f98fcdbf" providerId="LiveId" clId="{D6532DE0-0E5D-46B5-A47A-802DA700FC14}" dt="2026-06-24T06:09:17.126" v="258" actId="26606"/>
          <ac:spMkLst>
            <pc:docMk/>
            <pc:sldMk cId="1741835937" sldId="264"/>
            <ac:spMk id="19" creationId="{79D5C3D0-88DD-405B-A549-4B5C3712E181}"/>
          </ac:spMkLst>
        </pc:spChg>
        <pc:grpChg chg="add">
          <ac:chgData name="Naga deekshika" userId="0833f807f98fcdbf" providerId="LiveId" clId="{D6532DE0-0E5D-46B5-A47A-802DA700FC14}" dt="2026-06-24T06:09:17.126" v="258" actId="26606"/>
          <ac:grpSpMkLst>
            <pc:docMk/>
            <pc:sldMk cId="1741835937" sldId="264"/>
            <ac:grpSpMk id="10" creationId="{62CE031E-EE35-4AA7-9784-805093327786}"/>
          </ac:grpSpMkLst>
        </pc:grpChg>
        <pc:grpChg chg="add">
          <ac:chgData name="Naga deekshika" userId="0833f807f98fcdbf" providerId="LiveId" clId="{D6532DE0-0E5D-46B5-A47A-802DA700FC14}" dt="2026-06-24T06:09:17.126" v="258" actId="26606"/>
          <ac:grpSpMkLst>
            <pc:docMk/>
            <pc:sldMk cId="1741835937" sldId="264"/>
            <ac:grpSpMk id="21" creationId="{B29E1950-A366-48B7-8DAB-726C0DE58072}"/>
          </ac:grpSpMkLst>
        </pc:grpChg>
        <pc:picChg chg="add mod">
          <ac:chgData name="Naga deekshika" userId="0833f807f98fcdbf" providerId="LiveId" clId="{D6532DE0-0E5D-46B5-A47A-802DA700FC14}" dt="2026-06-24T06:09:17.126" v="258" actId="26606"/>
          <ac:picMkLst>
            <pc:docMk/>
            <pc:sldMk cId="1741835937" sldId="264"/>
            <ac:picMk id="5" creationId="{2E9B1D01-A1CC-A691-318A-DA5FA2928A73}"/>
          </ac:picMkLst>
        </pc:picChg>
      </pc:sldChg>
      <pc:sldChg chg="addSp modSp new mod modTransition">
        <pc:chgData name="Naga deekshika" userId="0833f807f98fcdbf" providerId="LiveId" clId="{D6532DE0-0E5D-46B5-A47A-802DA700FC14}" dt="2026-06-24T06:16:38.415" v="335"/>
        <pc:sldMkLst>
          <pc:docMk/>
          <pc:sldMk cId="4213100781" sldId="265"/>
        </pc:sldMkLst>
        <pc:spChg chg="add mod">
          <ac:chgData name="Naga deekshika" userId="0833f807f98fcdbf" providerId="LiveId" clId="{D6532DE0-0E5D-46B5-A47A-802DA700FC14}" dt="2026-06-24T06:14:00.894" v="326" actId="1076"/>
          <ac:spMkLst>
            <pc:docMk/>
            <pc:sldMk cId="4213100781" sldId="265"/>
            <ac:spMk id="3" creationId="{FF15ACBE-4AA5-489F-840D-2BAD95E7CAF0}"/>
          </ac:spMkLst>
        </pc:spChg>
      </pc:sldChg>
      <pc:sldMasterChg chg="modTransition modSldLayout">
        <pc:chgData name="Naga deekshika" userId="0833f807f98fcdbf" providerId="LiveId" clId="{D6532DE0-0E5D-46B5-A47A-802DA700FC14}" dt="2026-06-24T06:16:38.415" v="335"/>
        <pc:sldMasterMkLst>
          <pc:docMk/>
          <pc:sldMasterMk cId="0" sldId="2147483648"/>
        </pc:sldMasterMkLst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59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60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63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64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65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66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67"/>
          </pc:sldLayoutMkLst>
        </pc:sldLayoutChg>
        <pc:sldLayoutChg chg="modTransition">
          <pc:chgData name="Naga deekshika" userId="0833f807f98fcdbf" providerId="LiveId" clId="{D6532DE0-0E5D-46B5-A47A-802DA700FC14}" dt="2026-06-24T06:16:38.415" v="335"/>
          <pc:sldLayoutMkLst>
            <pc:docMk/>
            <pc:sldMasterMk cId="0" sldId="2147483648"/>
            <pc:sldLayoutMk cId="0" sldId="214748366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DA072-F84D-A4FB-6327-CC58FBB22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8" y="827315"/>
            <a:ext cx="12006942" cy="9144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Airbnb Dynamic Pricing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92960-912C-5CF5-EDDB-7FF243F0E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059" y="1839686"/>
            <a:ext cx="12104912" cy="4931228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</a:p>
          <a:p>
            <a:pPr algn="ctr"/>
            <a:endParaRPr lang="en-IN" sz="4400" dirty="0">
              <a:solidFill>
                <a:schemeClr val="bg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400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Submitted By: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r>
              <a:rPr lang="en-IN" sz="4400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Nagadeekshika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557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94C3DF-D252-04C1-8EB8-44067CA5367D}"/>
              </a:ext>
            </a:extLst>
          </p:cNvPr>
          <p:cNvSpPr txBox="1"/>
          <p:nvPr/>
        </p:nvSpPr>
        <p:spPr>
          <a:xfrm>
            <a:off x="429658" y="220337"/>
            <a:ext cx="11116019" cy="6497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Problem</a:t>
            </a: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  <a:p>
            <a:pPr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you are an Airbnb host.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price should I set?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room type earns more?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neighborhood generates higher revenue?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How does availability affect bookings?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answers these questions using data analytics.</a:t>
            </a:r>
          </a:p>
        </p:txBody>
      </p:sp>
    </p:spTree>
    <p:extLst>
      <p:ext uri="{BB962C8B-B14F-4D97-AF65-F5344CB8AC3E}">
        <p14:creationId xmlns:p14="http://schemas.microsoft.com/office/powerpoint/2010/main" val="2262654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1E410-42B9-8DAC-7B3E-B6D99EEAFA9F}"/>
              </a:ext>
            </a:extLst>
          </p:cNvPr>
          <p:cNvSpPr txBox="1"/>
          <p:nvPr/>
        </p:nvSpPr>
        <p:spPr>
          <a:xfrm>
            <a:off x="-88134" y="234752"/>
            <a:ext cx="12280134" cy="5716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Wanted to Discover?</a:t>
            </a:r>
          </a:p>
          <a:p>
            <a:pPr>
              <a:lnSpc>
                <a:spcPct val="150000"/>
              </a:lnSpc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Analyze Airbnb pricing patterns</a:t>
            </a:r>
          </a:p>
          <a:p>
            <a:pPr>
              <a:lnSpc>
                <a:spcPct val="150000"/>
              </a:lnSpc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Compare room types</a:t>
            </a:r>
          </a:p>
          <a:p>
            <a:pPr>
              <a:lnSpc>
                <a:spcPct val="150000"/>
              </a:lnSpc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Study neighborhood performance</a:t>
            </a:r>
          </a:p>
          <a:p>
            <a:pPr>
              <a:lnSpc>
                <a:spcPct val="150000"/>
              </a:lnSpc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Understand review behavior</a:t>
            </a:r>
          </a:p>
          <a:p>
            <a:pPr>
              <a:lnSpc>
                <a:spcPct val="150000"/>
              </a:lnSpc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Build an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814065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17D04-B910-5651-463A-554107061CA0}"/>
              </a:ext>
            </a:extLst>
          </p:cNvPr>
          <p:cNvSpPr txBox="1"/>
          <p:nvPr/>
        </p:nvSpPr>
        <p:spPr>
          <a:xfrm>
            <a:off x="0" y="184586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Dataset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Total Records: 48,895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Total Features: 16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Variables: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🏠 Room Type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Price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Neighborhood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Reviews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📅 Availability</a:t>
            </a:r>
          </a:p>
        </p:txBody>
      </p:sp>
    </p:spTree>
    <p:extLst>
      <p:ext uri="{BB962C8B-B14F-4D97-AF65-F5344CB8AC3E}">
        <p14:creationId xmlns:p14="http://schemas.microsoft.com/office/powerpoint/2010/main" val="1628920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DD9439-7867-193B-971C-0C010471FA28}"/>
              </a:ext>
            </a:extLst>
          </p:cNvPr>
          <p:cNvSpPr txBox="1"/>
          <p:nvPr/>
        </p:nvSpPr>
        <p:spPr>
          <a:xfrm>
            <a:off x="286439" y="0"/>
            <a:ext cx="12107537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Journey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DATASET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Records: 48,895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Present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Unclean Structure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USING PYTHON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DATASET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Checked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 Verified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for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Compatible</a:t>
            </a:r>
          </a:p>
        </p:txBody>
      </p:sp>
    </p:spTree>
    <p:extLst>
      <p:ext uri="{BB962C8B-B14F-4D97-AF65-F5344CB8AC3E}">
        <p14:creationId xmlns:p14="http://schemas.microsoft.com/office/powerpoint/2010/main" val="250627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3C00DF-6652-B5A7-E4C6-EC24291722F6}"/>
              </a:ext>
            </a:extLst>
          </p:cNvPr>
          <p:cNvSpPr txBox="1"/>
          <p:nvPr/>
        </p:nvSpPr>
        <p:spPr>
          <a:xfrm>
            <a:off x="143219" y="433055"/>
            <a:ext cx="12192000" cy="526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Exploratory Findings</a:t>
            </a: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Data Revealed?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🏠 Entire homes dominate Airbnb listings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Entire homes have the highest prices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🏡 Shared rooms have the lowest prices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Manhattan listings are generally expensive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Reviews vary significantly among listings</a:t>
            </a:r>
          </a:p>
        </p:txBody>
      </p:sp>
    </p:spTree>
    <p:extLst>
      <p:ext uri="{BB962C8B-B14F-4D97-AF65-F5344CB8AC3E}">
        <p14:creationId xmlns:p14="http://schemas.microsoft.com/office/powerpoint/2010/main" val="1088242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8F1EF17D-1B70-428C-8A8A-A2C5B390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2FAEDF3-CEC8-4BF6-8EA7-4079C471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98DB8F4-CD77-4FCC-8544-ADE8B478C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2202DFE-039D-48E4-8536-FA30F248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F05E26-510E-4164-83C7-28E4FE9D7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632161A-50D4-4D96-887A-98FC92093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09CCB3F-DBCE-4964-9E34-8C5DE80E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nip Diagonal Corner Rectangle 24">
            <a:extLst>
              <a:ext uri="{FF2B5EF4-FFF2-40B4-BE49-F238E27FC236}">
                <a16:creationId xmlns:a16="http://schemas.microsoft.com/office/drawing/2014/main" id="{1DFF944F-74BA-483A-82C0-64E3AAF4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9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84EA5-5F85-01B1-9CCD-00732308AF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9" r="24331" b="-2"/>
          <a:stretch>
            <a:fillRect/>
          </a:stretch>
        </p:blipFill>
        <p:spPr>
          <a:xfrm>
            <a:off x="77806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5D7203-01D3-591B-3D13-036DC4552357}"/>
              </a:ext>
            </a:extLst>
          </p:cNvPr>
          <p:cNvSpPr txBox="1"/>
          <p:nvPr/>
        </p:nvSpPr>
        <p:spPr>
          <a:xfrm>
            <a:off x="7362185" y="1232726"/>
            <a:ext cx="4656115" cy="52868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1 – Overview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Airbnb Overview Dashboard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sz="1000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of listings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 overview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Room type comparison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Neighborhood analysis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9733A91-F958-4629-801A-3F6F1E09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3812972-C68B-4C59-B3A7-4AF61E935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B3F3B7C-7909-4486-AA08-5C6B625C3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0BD7DA8-741F-4296-9363-05EF91541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068EFC-20FC-456F-839F-4BCFFCAA8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51C60F-B911-433E-BF75-3BBEFD053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6299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159B2-EC89-F01F-0593-2B3BD922C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17" y="1677593"/>
            <a:ext cx="5641063" cy="3173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BCF112-99A5-615D-3952-82D6CF4734AB}"/>
              </a:ext>
            </a:extLst>
          </p:cNvPr>
          <p:cNvSpPr txBox="1"/>
          <p:nvPr/>
        </p:nvSpPr>
        <p:spPr>
          <a:xfrm>
            <a:off x="7532710" y="1068637"/>
            <a:ext cx="4552794" cy="51035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2 – Pricing Analysis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Is the Money?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endParaRPr lang="en-US" sz="1200" dirty="0">
              <a:solidFill>
                <a:srgbClr val="0F496F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Manhattan has highest average prices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Entire homes generate premium pricing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Luxury neighborhoods command exceptional prices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Room type strongly influences price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295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B1D01-A1CC-A691-318A-DA5FA292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17" y="1684644"/>
            <a:ext cx="5641063" cy="3158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5C8EAA-C42C-8813-FEB9-DDAC2409B41D}"/>
              </a:ext>
            </a:extLst>
          </p:cNvPr>
          <p:cNvSpPr txBox="1"/>
          <p:nvPr/>
        </p:nvSpPr>
        <p:spPr>
          <a:xfrm>
            <a:off x="7532710" y="1090669"/>
            <a:ext cx="4659290" cy="438471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3 – Reviews &amp; Availability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Insights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endParaRPr lang="en-US" sz="1200" dirty="0">
              <a:solidFill>
                <a:srgbClr val="0F496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Review counts vary widely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📅 Availability differs across neighborhoods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🏠 Room type impacts booking patterns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Weak correlation between reviews and price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1835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15ACBE-4AA5-489F-840D-2BAD95E7CAF0}"/>
              </a:ext>
            </a:extLst>
          </p:cNvPr>
          <p:cNvSpPr txBox="1"/>
          <p:nvPr/>
        </p:nvSpPr>
        <p:spPr>
          <a:xfrm>
            <a:off x="0" y="-48875"/>
            <a:ext cx="12191999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Insights &amp; Conclusion</a:t>
            </a:r>
          </a:p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Business Insights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Entire home/apartment listings earn the highest prices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Manhattan is the most premium neighborhood group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Private rooms offer budget-friendly options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Price is influenced more by location than reviews</a:t>
            </a:r>
          </a:p>
          <a:p>
            <a:pPr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Room type is a major pricing factor</a:t>
            </a:r>
          </a:p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Airbnb hosts make smarter pricing decisions and understand market trends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4213100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54</TotalTime>
  <Words>368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Wingdings</vt:lpstr>
      <vt:lpstr>Wingdings 3</vt:lpstr>
      <vt:lpstr>Slice</vt:lpstr>
      <vt:lpstr>Airbnb Dynamic Pricing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deekshika</dc:creator>
  <cp:lastModifiedBy>Naga deekshika</cp:lastModifiedBy>
  <cp:revision>1</cp:revision>
  <dcterms:created xsi:type="dcterms:W3CDTF">2026-06-24T05:23:00Z</dcterms:created>
  <dcterms:modified xsi:type="dcterms:W3CDTF">2026-06-24T06:17:28Z</dcterms:modified>
</cp:coreProperties>
</file>